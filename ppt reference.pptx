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941" r:id="rId3"/>
    <p:sldId id="919" r:id="rId4"/>
    <p:sldId id="938" r:id="rId5"/>
    <p:sldId id="920" r:id="rId6"/>
    <p:sldId id="921" r:id="rId7"/>
    <p:sldId id="935" r:id="rId8"/>
    <p:sldId id="940" r:id="rId9"/>
    <p:sldId id="924" r:id="rId10"/>
    <p:sldId id="939" r:id="rId11"/>
    <p:sldId id="925" r:id="rId12"/>
    <p:sldId id="927" r:id="rId13"/>
    <p:sldId id="928" r:id="rId14"/>
    <p:sldId id="936" r:id="rId15"/>
    <p:sldId id="937" r:id="rId16"/>
    <p:sldId id="942" r:id="rId17"/>
    <p:sldId id="943" r:id="rId18"/>
    <p:sldId id="944" r:id="rId19"/>
    <p:sldId id="945" r:id="rId20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73854F-583B-4A12-9A0F-4B5C09F67267}" v="11" dt="2026-04-13T03:58:07.3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542" autoAdjust="0"/>
  </p:normalViewPr>
  <p:slideViewPr>
    <p:cSldViewPr snapToGrid="0">
      <p:cViewPr varScale="1">
        <p:scale>
          <a:sx n="76" d="100"/>
          <a:sy n="76" d="100"/>
        </p:scale>
        <p:origin x="91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ushal Pathak" userId="14c1f03412f6d53e" providerId="LiveId" clId="{393B81C1-088B-45A5-A0B9-B626DFD74611}"/>
    <pc:docChg chg="custSel addSld delSld modSld">
      <pc:chgData name="Kaushal Pathak" userId="14c1f03412f6d53e" providerId="LiveId" clId="{393B81C1-088B-45A5-A0B9-B626DFD74611}" dt="2026-04-14T04:19:32.166" v="520" actId="20577"/>
      <pc:docMkLst>
        <pc:docMk/>
      </pc:docMkLst>
      <pc:sldChg chg="modSp mod">
        <pc:chgData name="Kaushal Pathak" userId="14c1f03412f6d53e" providerId="LiveId" clId="{393B81C1-088B-45A5-A0B9-B626DFD74611}" dt="2026-04-13T06:39:27.221" v="500" actId="20577"/>
        <pc:sldMkLst>
          <pc:docMk/>
          <pc:sldMk cId="0" sldId="256"/>
        </pc:sldMkLst>
        <pc:spChg chg="mod">
          <ac:chgData name="Kaushal Pathak" userId="14c1f03412f6d53e" providerId="LiveId" clId="{393B81C1-088B-45A5-A0B9-B626DFD74611}" dt="2026-04-13T06:39:27.221" v="500" actId="20577"/>
          <ac:spMkLst>
            <pc:docMk/>
            <pc:sldMk cId="0" sldId="256"/>
            <ac:spMk id="8" creationId="{63F242B4-ABBE-5A59-6061-6EBEA0793467}"/>
          </ac:spMkLst>
        </pc:spChg>
        <pc:spChg chg="mod">
          <ac:chgData name="Kaushal Pathak" userId="14c1f03412f6d53e" providerId="LiveId" clId="{393B81C1-088B-45A5-A0B9-B626DFD74611}" dt="2026-04-09T15:03:18.246" v="66" actId="14100"/>
          <ac:spMkLst>
            <pc:docMk/>
            <pc:sldMk cId="0" sldId="256"/>
            <ac:spMk id="9" creationId="{41659EFB-C276-9685-8BB3-1C304A3FF6B3}"/>
          </ac:spMkLst>
        </pc:spChg>
      </pc:sldChg>
      <pc:sldChg chg="modSp modAnim">
        <pc:chgData name="Kaushal Pathak" userId="14c1f03412f6d53e" providerId="LiveId" clId="{393B81C1-088B-45A5-A0B9-B626DFD74611}" dt="2026-04-09T15:01:28.412" v="57" actId="14100"/>
        <pc:sldMkLst>
          <pc:docMk/>
          <pc:sldMk cId="2211438262" sldId="919"/>
        </pc:sldMkLst>
        <pc:spChg chg="mod">
          <ac:chgData name="Kaushal Pathak" userId="14c1f03412f6d53e" providerId="LiveId" clId="{393B81C1-088B-45A5-A0B9-B626DFD74611}" dt="2026-04-09T15:01:28.412" v="57" actId="14100"/>
          <ac:spMkLst>
            <pc:docMk/>
            <pc:sldMk cId="2211438262" sldId="919"/>
            <ac:spMk id="4" creationId="{63D7F3CC-8AAC-A679-CD7A-8614753FC07E}"/>
          </ac:spMkLst>
        </pc:spChg>
        <pc:spChg chg="mod">
          <ac:chgData name="Kaushal Pathak" userId="14c1f03412f6d53e" providerId="LiveId" clId="{393B81C1-088B-45A5-A0B9-B626DFD74611}" dt="2026-04-09T15:00:31.477" v="50" actId="14100"/>
          <ac:spMkLst>
            <pc:docMk/>
            <pc:sldMk cId="2211438262" sldId="919"/>
            <ac:spMk id="5" creationId="{DD162E08-F234-3249-D895-79831B2B1B59}"/>
          </ac:spMkLst>
        </pc:spChg>
      </pc:sldChg>
      <pc:sldChg chg="modSp mod">
        <pc:chgData name="Kaushal Pathak" userId="14c1f03412f6d53e" providerId="LiveId" clId="{393B81C1-088B-45A5-A0B9-B626DFD74611}" dt="2026-04-09T15:07:20.417" v="97"/>
        <pc:sldMkLst>
          <pc:docMk/>
          <pc:sldMk cId="4026787944" sldId="920"/>
        </pc:sldMkLst>
        <pc:spChg chg="mod">
          <ac:chgData name="Kaushal Pathak" userId="14c1f03412f6d53e" providerId="LiveId" clId="{393B81C1-088B-45A5-A0B9-B626DFD74611}" dt="2026-04-09T15:06:54.294" v="95" actId="14100"/>
          <ac:spMkLst>
            <pc:docMk/>
            <pc:sldMk cId="4026787944" sldId="920"/>
            <ac:spMk id="2" creationId="{8ECBDF9A-AE66-8F01-7756-E0483332C6C7}"/>
          </ac:spMkLst>
        </pc:spChg>
        <pc:spChg chg="mod">
          <ac:chgData name="Kaushal Pathak" userId="14c1f03412f6d53e" providerId="LiveId" clId="{393B81C1-088B-45A5-A0B9-B626DFD74611}" dt="2026-04-09T15:07:20.417" v="97"/>
          <ac:spMkLst>
            <pc:docMk/>
            <pc:sldMk cId="4026787944" sldId="920"/>
            <ac:spMk id="4" creationId="{A7BB99FD-62B3-6C72-172F-A2BB33338082}"/>
          </ac:spMkLst>
        </pc:spChg>
      </pc:sldChg>
      <pc:sldChg chg="modSp mod">
        <pc:chgData name="Kaushal Pathak" userId="14c1f03412f6d53e" providerId="LiveId" clId="{393B81C1-088B-45A5-A0B9-B626DFD74611}" dt="2026-04-09T15:07:58.302" v="98" actId="20577"/>
        <pc:sldMkLst>
          <pc:docMk/>
          <pc:sldMk cId="1338985629" sldId="921"/>
        </pc:sldMkLst>
        <pc:spChg chg="mod">
          <ac:chgData name="Kaushal Pathak" userId="14c1f03412f6d53e" providerId="LiveId" clId="{393B81C1-088B-45A5-A0B9-B626DFD74611}" dt="2026-04-09T15:07:58.302" v="98" actId="20577"/>
          <ac:spMkLst>
            <pc:docMk/>
            <pc:sldMk cId="1338985629" sldId="921"/>
            <ac:spMk id="3" creationId="{E790AEED-76BD-3C95-377E-7D67BC32BB79}"/>
          </ac:spMkLst>
        </pc:spChg>
      </pc:sldChg>
      <pc:sldChg chg="addSp delSp modSp mod">
        <pc:chgData name="Kaushal Pathak" userId="14c1f03412f6d53e" providerId="LiveId" clId="{393B81C1-088B-45A5-A0B9-B626DFD74611}" dt="2026-04-13T03:57:51.923" v="476"/>
        <pc:sldMkLst>
          <pc:docMk/>
          <pc:sldMk cId="3585169225" sldId="924"/>
        </pc:sldMkLst>
        <pc:spChg chg="mod">
          <ac:chgData name="Kaushal Pathak" userId="14c1f03412f6d53e" providerId="LiveId" clId="{393B81C1-088B-45A5-A0B9-B626DFD74611}" dt="2026-04-09T15:17:08.611" v="205"/>
          <ac:spMkLst>
            <pc:docMk/>
            <pc:sldMk cId="3585169225" sldId="924"/>
            <ac:spMk id="2" creationId="{B311F9F3-805E-8DEF-8C3A-B310AE8E57AA}"/>
          </ac:spMkLst>
        </pc:spChg>
        <pc:spChg chg="add mod">
          <ac:chgData name="Kaushal Pathak" userId="14c1f03412f6d53e" providerId="LiveId" clId="{393B81C1-088B-45A5-A0B9-B626DFD74611}" dt="2026-04-13T03:57:50.701" v="475" actId="478"/>
          <ac:spMkLst>
            <pc:docMk/>
            <pc:sldMk cId="3585169225" sldId="924"/>
            <ac:spMk id="5" creationId="{28A6B9AC-4AA7-4AA8-F70D-E5DFBBACEF0A}"/>
          </ac:spMkLst>
        </pc:spChg>
        <pc:picChg chg="add del mod">
          <ac:chgData name="Kaushal Pathak" userId="14c1f03412f6d53e" providerId="LiveId" clId="{393B81C1-088B-45A5-A0B9-B626DFD74611}" dt="2026-04-13T03:57:50.701" v="475" actId="478"/>
          <ac:picMkLst>
            <pc:docMk/>
            <pc:sldMk cId="3585169225" sldId="924"/>
            <ac:picMk id="4" creationId="{44738A65-2043-9F32-09D2-17B2BF19C1CC}"/>
          </ac:picMkLst>
        </pc:picChg>
        <pc:picChg chg="add mod">
          <ac:chgData name="Kaushal Pathak" userId="14c1f03412f6d53e" providerId="LiveId" clId="{393B81C1-088B-45A5-A0B9-B626DFD74611}" dt="2026-04-13T03:57:51.923" v="476"/>
          <ac:picMkLst>
            <pc:docMk/>
            <pc:sldMk cId="3585169225" sldId="924"/>
            <ac:picMk id="6" creationId="{535AF313-F933-41B8-E3AE-CFCD411ACBD5}"/>
          </ac:picMkLst>
        </pc:picChg>
      </pc:sldChg>
      <pc:sldChg chg="addSp delSp modSp mod">
        <pc:chgData name="Kaushal Pathak" userId="14c1f03412f6d53e" providerId="LiveId" clId="{393B81C1-088B-45A5-A0B9-B626DFD74611}" dt="2026-04-13T03:58:07.319" v="479" actId="478"/>
        <pc:sldMkLst>
          <pc:docMk/>
          <pc:sldMk cId="3547588765" sldId="925"/>
        </pc:sldMkLst>
        <pc:spChg chg="mod">
          <ac:chgData name="Kaushal Pathak" userId="14c1f03412f6d53e" providerId="LiveId" clId="{393B81C1-088B-45A5-A0B9-B626DFD74611}" dt="2026-04-12T07:40:27.781" v="323" actId="20577"/>
          <ac:spMkLst>
            <pc:docMk/>
            <pc:sldMk cId="3547588765" sldId="925"/>
            <ac:spMk id="2" creationId="{6B1C4AD2-C005-B8ED-3923-E94FC1D3A4F2}"/>
          </ac:spMkLst>
        </pc:spChg>
        <pc:spChg chg="del mod">
          <ac:chgData name="Kaushal Pathak" userId="14c1f03412f6d53e" providerId="LiveId" clId="{393B81C1-088B-45A5-A0B9-B626DFD74611}" dt="2026-04-13T03:57:41.447" v="474"/>
          <ac:spMkLst>
            <pc:docMk/>
            <pc:sldMk cId="3547588765" sldId="925"/>
            <ac:spMk id="3" creationId="{7A47427E-8C7C-BB26-B75F-21B400622FB8}"/>
          </ac:spMkLst>
        </pc:spChg>
        <pc:spChg chg="add mod">
          <ac:chgData name="Kaushal Pathak" userId="14c1f03412f6d53e" providerId="LiveId" clId="{393B81C1-088B-45A5-A0B9-B626DFD74611}" dt="2026-04-13T03:58:07.319" v="479" actId="478"/>
          <ac:spMkLst>
            <pc:docMk/>
            <pc:sldMk cId="3547588765" sldId="925"/>
            <ac:spMk id="5" creationId="{013765D5-44C9-A82F-BDCA-FD9858C68DBC}"/>
          </ac:spMkLst>
        </pc:spChg>
        <pc:picChg chg="add del mod">
          <ac:chgData name="Kaushal Pathak" userId="14c1f03412f6d53e" providerId="LiveId" clId="{393B81C1-088B-45A5-A0B9-B626DFD74611}" dt="2026-04-13T03:58:07.319" v="479" actId="478"/>
          <ac:picMkLst>
            <pc:docMk/>
            <pc:sldMk cId="3547588765" sldId="925"/>
            <ac:picMk id="4" creationId="{713C175B-F1DF-EFBC-4F59-99838943C15A}"/>
          </ac:picMkLst>
        </pc:picChg>
      </pc:sldChg>
      <pc:sldChg chg="modSp mod">
        <pc:chgData name="Kaushal Pathak" userId="14c1f03412f6d53e" providerId="LiveId" clId="{393B81C1-088B-45A5-A0B9-B626DFD74611}" dt="2026-04-12T07:40:47.812" v="325" actId="20577"/>
        <pc:sldMkLst>
          <pc:docMk/>
          <pc:sldMk cId="3062359429" sldId="927"/>
        </pc:sldMkLst>
        <pc:spChg chg="mod">
          <ac:chgData name="Kaushal Pathak" userId="14c1f03412f6d53e" providerId="LiveId" clId="{393B81C1-088B-45A5-A0B9-B626DFD74611}" dt="2026-04-12T07:40:47.812" v="325" actId="20577"/>
          <ac:spMkLst>
            <pc:docMk/>
            <pc:sldMk cId="3062359429" sldId="927"/>
            <ac:spMk id="2" creationId="{858AE587-6A70-CA44-9BEC-4D8308BE9BEB}"/>
          </ac:spMkLst>
        </pc:spChg>
        <pc:spChg chg="mod">
          <ac:chgData name="Kaushal Pathak" userId="14c1f03412f6d53e" providerId="LiveId" clId="{393B81C1-088B-45A5-A0B9-B626DFD74611}" dt="2026-04-09T15:13:15.569" v="131" actId="20577"/>
          <ac:spMkLst>
            <pc:docMk/>
            <pc:sldMk cId="3062359429" sldId="927"/>
            <ac:spMk id="3" creationId="{22A2B736-8730-BD1C-12C9-0E8250CEDFAA}"/>
          </ac:spMkLst>
        </pc:spChg>
      </pc:sldChg>
      <pc:sldChg chg="modSp mod">
        <pc:chgData name="Kaushal Pathak" userId="14c1f03412f6d53e" providerId="LiveId" clId="{393B81C1-088B-45A5-A0B9-B626DFD74611}" dt="2026-04-13T03:55:48.902" v="458"/>
        <pc:sldMkLst>
          <pc:docMk/>
          <pc:sldMk cId="3166623254" sldId="928"/>
        </pc:sldMkLst>
        <pc:spChg chg="mod">
          <ac:chgData name="Kaushal Pathak" userId="14c1f03412f6d53e" providerId="LiveId" clId="{393B81C1-088B-45A5-A0B9-B626DFD74611}" dt="2026-04-13T03:55:48.902" v="458"/>
          <ac:spMkLst>
            <pc:docMk/>
            <pc:sldMk cId="3166623254" sldId="928"/>
            <ac:spMk id="2" creationId="{58630DD0-0889-0404-EA0C-773190382561}"/>
          </ac:spMkLst>
        </pc:spChg>
        <pc:spChg chg="mod">
          <ac:chgData name="Kaushal Pathak" userId="14c1f03412f6d53e" providerId="LiveId" clId="{393B81C1-088B-45A5-A0B9-B626DFD74611}" dt="2026-04-13T03:55:43.613" v="457"/>
          <ac:spMkLst>
            <pc:docMk/>
            <pc:sldMk cId="3166623254" sldId="928"/>
            <ac:spMk id="3" creationId="{9FDB72F6-F8D6-93C1-9C35-44D919D983C8}"/>
          </ac:spMkLst>
        </pc:spChg>
      </pc:sldChg>
      <pc:sldChg chg="addSp delSp modSp del mod">
        <pc:chgData name="Kaushal Pathak" userId="14c1f03412f6d53e" providerId="LiveId" clId="{393B81C1-088B-45A5-A0B9-B626DFD74611}" dt="2026-04-13T03:55:59.188" v="459" actId="2696"/>
        <pc:sldMkLst>
          <pc:docMk/>
          <pc:sldMk cId="221403701" sldId="929"/>
        </pc:sldMkLst>
      </pc:sldChg>
      <pc:sldChg chg="modSp mod">
        <pc:chgData name="Kaushal Pathak" userId="14c1f03412f6d53e" providerId="LiveId" clId="{393B81C1-088B-45A5-A0B9-B626DFD74611}" dt="2026-04-09T15:08:03.685" v="99" actId="20577"/>
        <pc:sldMkLst>
          <pc:docMk/>
          <pc:sldMk cId="343845662" sldId="935"/>
        </pc:sldMkLst>
        <pc:spChg chg="mod">
          <ac:chgData name="Kaushal Pathak" userId="14c1f03412f6d53e" providerId="LiveId" clId="{393B81C1-088B-45A5-A0B9-B626DFD74611}" dt="2026-04-09T15:08:03.685" v="99" actId="20577"/>
          <ac:spMkLst>
            <pc:docMk/>
            <pc:sldMk cId="343845662" sldId="935"/>
            <ac:spMk id="3" creationId="{9D832808-5F15-9E3C-AD2B-5638227AF896}"/>
          </ac:spMkLst>
        </pc:spChg>
      </pc:sldChg>
      <pc:sldChg chg="addSp delSp modSp mod">
        <pc:chgData name="Kaushal Pathak" userId="14c1f03412f6d53e" providerId="LiveId" clId="{393B81C1-088B-45A5-A0B9-B626DFD74611}" dt="2026-04-09T15:13:58.880" v="135" actId="478"/>
        <pc:sldMkLst>
          <pc:docMk/>
          <pc:sldMk cId="40072754" sldId="936"/>
        </pc:sldMkLst>
        <pc:spChg chg="add mod">
          <ac:chgData name="Kaushal Pathak" userId="14c1f03412f6d53e" providerId="LiveId" clId="{393B81C1-088B-45A5-A0B9-B626DFD74611}" dt="2026-04-09T15:13:58.880" v="135" actId="478"/>
          <ac:spMkLst>
            <pc:docMk/>
            <pc:sldMk cId="40072754" sldId="936"/>
            <ac:spMk id="4" creationId="{56CFAC2C-6F36-E777-3B26-F21A47D0146D}"/>
          </ac:spMkLst>
        </pc:spChg>
      </pc:sldChg>
      <pc:sldChg chg="modSp mod">
        <pc:chgData name="Kaushal Pathak" userId="14c1f03412f6d53e" providerId="LiveId" clId="{393B81C1-088B-45A5-A0B9-B626DFD74611}" dt="2026-04-09T15:19:36.849" v="254" actId="20577"/>
        <pc:sldMkLst>
          <pc:docMk/>
          <pc:sldMk cId="2916084834" sldId="937"/>
        </pc:sldMkLst>
        <pc:spChg chg="mod">
          <ac:chgData name="Kaushal Pathak" userId="14c1f03412f6d53e" providerId="LiveId" clId="{393B81C1-088B-45A5-A0B9-B626DFD74611}" dt="2026-04-09T15:19:36.849" v="254" actId="20577"/>
          <ac:spMkLst>
            <pc:docMk/>
            <pc:sldMk cId="2916084834" sldId="937"/>
            <ac:spMk id="2" creationId="{0C1252E2-7447-0514-3B93-E56BEC9E0CAF}"/>
          </ac:spMkLst>
        </pc:spChg>
        <pc:spChg chg="mod">
          <ac:chgData name="Kaushal Pathak" userId="14c1f03412f6d53e" providerId="LiveId" clId="{393B81C1-088B-45A5-A0B9-B626DFD74611}" dt="2026-04-09T15:19:02.116" v="230"/>
          <ac:spMkLst>
            <pc:docMk/>
            <pc:sldMk cId="2916084834" sldId="937"/>
            <ac:spMk id="3" creationId="{689A9CDA-AB7F-4EAE-90E7-B203AFFF444C}"/>
          </ac:spMkLst>
        </pc:spChg>
      </pc:sldChg>
      <pc:sldChg chg="modSp mod">
        <pc:chgData name="Kaushal Pathak" userId="14c1f03412f6d53e" providerId="LiveId" clId="{393B81C1-088B-45A5-A0B9-B626DFD74611}" dt="2026-04-14T04:19:32.166" v="520" actId="20577"/>
        <pc:sldMkLst>
          <pc:docMk/>
          <pc:sldMk cId="1197552547" sldId="938"/>
        </pc:sldMkLst>
        <pc:spChg chg="mod">
          <ac:chgData name="Kaushal Pathak" userId="14c1f03412f6d53e" providerId="LiveId" clId="{393B81C1-088B-45A5-A0B9-B626DFD74611}" dt="2026-04-14T04:19:32.166" v="520" actId="20577"/>
          <ac:spMkLst>
            <pc:docMk/>
            <pc:sldMk cId="1197552547" sldId="938"/>
            <ac:spMk id="6" creationId="{C9CF1450-F025-9052-8676-41C23BC4F28A}"/>
          </ac:spMkLst>
        </pc:spChg>
      </pc:sldChg>
      <pc:sldChg chg="addSp delSp modSp new mod">
        <pc:chgData name="Kaushal Pathak" userId="14c1f03412f6d53e" providerId="LiveId" clId="{393B81C1-088B-45A5-A0B9-B626DFD74611}" dt="2026-04-13T03:58:03.536" v="478"/>
        <pc:sldMkLst>
          <pc:docMk/>
          <pc:sldMk cId="4291857307" sldId="939"/>
        </pc:sldMkLst>
        <pc:spChg chg="mod">
          <ac:chgData name="Kaushal Pathak" userId="14c1f03412f6d53e" providerId="LiveId" clId="{393B81C1-088B-45A5-A0B9-B626DFD74611}" dt="2026-04-13T03:57:14.512" v="473" actId="20577"/>
          <ac:spMkLst>
            <pc:docMk/>
            <pc:sldMk cId="4291857307" sldId="939"/>
            <ac:spMk id="2" creationId="{BA716C8E-3C8F-A24C-3990-429F30E432AB}"/>
          </ac:spMkLst>
        </pc:spChg>
        <pc:spChg chg="add mod">
          <ac:chgData name="Kaushal Pathak" userId="14c1f03412f6d53e" providerId="LiveId" clId="{393B81C1-088B-45A5-A0B9-B626DFD74611}" dt="2026-04-13T03:58:02.559" v="477" actId="478"/>
          <ac:spMkLst>
            <pc:docMk/>
            <pc:sldMk cId="4291857307" sldId="939"/>
            <ac:spMk id="6" creationId="{6837F659-526E-DA97-D688-83F0FB5FF0D6}"/>
          </ac:spMkLst>
        </pc:spChg>
        <pc:picChg chg="add del mod">
          <ac:chgData name="Kaushal Pathak" userId="14c1f03412f6d53e" providerId="LiveId" clId="{393B81C1-088B-45A5-A0B9-B626DFD74611}" dt="2026-04-13T03:58:02.559" v="477" actId="478"/>
          <ac:picMkLst>
            <pc:docMk/>
            <pc:sldMk cId="4291857307" sldId="939"/>
            <ac:picMk id="5" creationId="{00DE9FA1-E792-B971-2709-06D7958DC33B}"/>
          </ac:picMkLst>
        </pc:picChg>
        <pc:picChg chg="add mod">
          <ac:chgData name="Kaushal Pathak" userId="14c1f03412f6d53e" providerId="LiveId" clId="{393B81C1-088B-45A5-A0B9-B626DFD74611}" dt="2026-04-13T03:58:03.536" v="478"/>
          <ac:picMkLst>
            <pc:docMk/>
            <pc:sldMk cId="4291857307" sldId="939"/>
            <ac:picMk id="7" creationId="{5712D8E5-592D-0674-0AD1-5BE4236476FF}"/>
          </ac:picMkLst>
        </pc:picChg>
      </pc:sldChg>
      <pc:sldChg chg="addSp delSp modSp new mod">
        <pc:chgData name="Kaushal Pathak" userId="14c1f03412f6d53e" providerId="LiveId" clId="{393B81C1-088B-45A5-A0B9-B626DFD74611}" dt="2026-04-09T15:21:43.799" v="262"/>
        <pc:sldMkLst>
          <pc:docMk/>
          <pc:sldMk cId="4256389446" sldId="940"/>
        </pc:sldMkLst>
        <pc:spChg chg="mod">
          <ac:chgData name="Kaushal Pathak" userId="14c1f03412f6d53e" providerId="LiveId" clId="{393B81C1-088B-45A5-A0B9-B626DFD74611}" dt="2026-04-09T15:21:43.799" v="262"/>
          <ac:spMkLst>
            <pc:docMk/>
            <pc:sldMk cId="4256389446" sldId="940"/>
            <ac:spMk id="2" creationId="{09927DDD-AB3A-8AF7-8FDB-F52B60FF3B2E}"/>
          </ac:spMkLst>
        </pc:spChg>
        <pc:picChg chg="add mod">
          <ac:chgData name="Kaushal Pathak" userId="14c1f03412f6d53e" providerId="LiveId" clId="{393B81C1-088B-45A5-A0B9-B626DFD74611}" dt="2026-04-09T15:21:32.064" v="261"/>
          <ac:picMkLst>
            <pc:docMk/>
            <pc:sldMk cId="4256389446" sldId="940"/>
            <ac:picMk id="5" creationId="{D816F74F-6263-8259-32C6-E49B1DB6B9D5}"/>
          </ac:picMkLst>
        </pc:picChg>
      </pc:sldChg>
      <pc:sldChg chg="modSp new mod">
        <pc:chgData name="Kaushal Pathak" userId="14c1f03412f6d53e" providerId="LiveId" clId="{393B81C1-088B-45A5-A0B9-B626DFD74611}" dt="2026-04-14T04:15:58.798" v="510" actId="20577"/>
        <pc:sldMkLst>
          <pc:docMk/>
          <pc:sldMk cId="672081700" sldId="941"/>
        </pc:sldMkLst>
        <pc:spChg chg="mod">
          <ac:chgData name="Kaushal Pathak" userId="14c1f03412f6d53e" providerId="LiveId" clId="{393B81C1-088B-45A5-A0B9-B626DFD74611}" dt="2026-04-14T04:15:58.798" v="510" actId="20577"/>
          <ac:spMkLst>
            <pc:docMk/>
            <pc:sldMk cId="672081700" sldId="941"/>
            <ac:spMk id="2" creationId="{25E590B9-DD9E-B8BB-DA6B-6B4FDED16C09}"/>
          </ac:spMkLst>
        </pc:spChg>
      </pc:sldChg>
      <pc:sldChg chg="modSp new mod">
        <pc:chgData name="Kaushal Pathak" userId="14c1f03412f6d53e" providerId="LiveId" clId="{393B81C1-088B-45A5-A0B9-B626DFD74611}" dt="2026-04-13T03:51:52.932" v="349" actId="20577"/>
        <pc:sldMkLst>
          <pc:docMk/>
          <pc:sldMk cId="4172606327" sldId="942"/>
        </pc:sldMkLst>
        <pc:spChg chg="mod">
          <ac:chgData name="Kaushal Pathak" userId="14c1f03412f6d53e" providerId="LiveId" clId="{393B81C1-088B-45A5-A0B9-B626DFD74611}" dt="2026-04-13T03:51:52.932" v="349" actId="20577"/>
          <ac:spMkLst>
            <pc:docMk/>
            <pc:sldMk cId="4172606327" sldId="942"/>
            <ac:spMk id="2" creationId="{86D096BB-0D28-B03E-18EC-236ECAE72B4E}"/>
          </ac:spMkLst>
        </pc:spChg>
      </pc:sldChg>
      <pc:sldChg chg="modSp new mod">
        <pc:chgData name="Kaushal Pathak" userId="14c1f03412f6d53e" providerId="LiveId" clId="{393B81C1-088B-45A5-A0B9-B626DFD74611}" dt="2026-04-13T03:52:20.395" v="375" actId="20577"/>
        <pc:sldMkLst>
          <pc:docMk/>
          <pc:sldMk cId="3801768358" sldId="943"/>
        </pc:sldMkLst>
        <pc:spChg chg="mod">
          <ac:chgData name="Kaushal Pathak" userId="14c1f03412f6d53e" providerId="LiveId" clId="{393B81C1-088B-45A5-A0B9-B626DFD74611}" dt="2026-04-13T03:52:20.395" v="375" actId="20577"/>
          <ac:spMkLst>
            <pc:docMk/>
            <pc:sldMk cId="3801768358" sldId="943"/>
            <ac:spMk id="2" creationId="{2869E3BB-FB75-D633-E4A3-A95463ABCAB5}"/>
          </ac:spMkLst>
        </pc:spChg>
      </pc:sldChg>
      <pc:sldChg chg="modSp new mod">
        <pc:chgData name="Kaushal Pathak" userId="14c1f03412f6d53e" providerId="LiveId" clId="{393B81C1-088B-45A5-A0B9-B626DFD74611}" dt="2026-04-13T03:53:10.014" v="424" actId="20577"/>
        <pc:sldMkLst>
          <pc:docMk/>
          <pc:sldMk cId="639849585" sldId="944"/>
        </pc:sldMkLst>
        <pc:spChg chg="mod">
          <ac:chgData name="Kaushal Pathak" userId="14c1f03412f6d53e" providerId="LiveId" clId="{393B81C1-088B-45A5-A0B9-B626DFD74611}" dt="2026-04-13T03:53:10.014" v="424" actId="20577"/>
          <ac:spMkLst>
            <pc:docMk/>
            <pc:sldMk cId="639849585" sldId="944"/>
            <ac:spMk id="2" creationId="{62ACD883-E5DA-9207-529D-46F43E092E26}"/>
          </ac:spMkLst>
        </pc:spChg>
      </pc:sldChg>
      <pc:sldChg chg="modSp new mod">
        <pc:chgData name="Kaushal Pathak" userId="14c1f03412f6d53e" providerId="LiveId" clId="{393B81C1-088B-45A5-A0B9-B626DFD74611}" dt="2026-04-13T03:54:46.624" v="456"/>
        <pc:sldMkLst>
          <pc:docMk/>
          <pc:sldMk cId="2580176931" sldId="945"/>
        </pc:sldMkLst>
        <pc:spChg chg="mod">
          <ac:chgData name="Kaushal Pathak" userId="14c1f03412f6d53e" providerId="LiveId" clId="{393B81C1-088B-45A5-A0B9-B626DFD74611}" dt="2026-04-13T03:54:44.408" v="455" actId="20577"/>
          <ac:spMkLst>
            <pc:docMk/>
            <pc:sldMk cId="2580176931" sldId="945"/>
            <ac:spMk id="2" creationId="{E3359CCE-D538-5868-3D45-87540E58F425}"/>
          </ac:spMkLst>
        </pc:spChg>
        <pc:spChg chg="mod">
          <ac:chgData name="Kaushal Pathak" userId="14c1f03412f6d53e" providerId="LiveId" clId="{393B81C1-088B-45A5-A0B9-B626DFD74611}" dt="2026-04-13T03:54:46.624" v="456"/>
          <ac:spMkLst>
            <pc:docMk/>
            <pc:sldMk cId="2580176931" sldId="945"/>
            <ac:spMk id="3" creationId="{C2E9B339-7B98-7043-311D-5F28804935C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ADFF7B-7876-476D-9817-44EEECDE7C7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DFC35-57B6-4606-A2D9-F0222A5C8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1DFC35-57B6-4606-A2D9-F0222A5C8A7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74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979A335-BFB9-AAF4-8BAA-F6AA4FD1D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FF23B-171D-471C-BD36-2D0F3A67807C}" type="datetime1">
              <a:rPr lang="en-IN" smtClean="0"/>
              <a:t>14-04-2026</a:t>
            </a:fld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24E6499-99E1-5E0A-F4D8-0B5071E41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675483-2FD4-D24E-DADC-E63111D5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453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242E6-CFCB-473D-8DE4-DBEBF5C17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FC64AC5-3894-4FBB-8975-13EB1DB8DC29}" type="datetime1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B7CD5-2550-DB8D-26F8-027AF7E19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6C51F-13A2-B94E-0452-050561AA0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97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55CF0-ABD6-66F1-67F5-836326ABE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C1E13E-385D-4576-A100-69A004E17DA6}" type="datetime1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945ED-DEA5-AD26-0679-3CCE6058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2C1ED-31B6-07E2-4040-23F46BA6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027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FF1E6-C3FD-8DC1-9688-6478CAF84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4AA223D-2542-4258-9E8D-7AA5AD35F6CD}" type="datetime1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A91A9-C2A8-B8FC-7EDD-9663FD0B1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E2D58-A2BD-6749-279B-7D28B387D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987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A1B3C8-B474-4F6E-6BB3-FA075D69C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E55CD5-F841-4E64-889C-5E5E14345BD0}" type="datetime1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9A921A-9EC6-0DF2-79F5-6F853204D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C36F6D-C327-9C66-1C8D-D7352B06E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127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3F204F-0527-F359-E020-C43A7A1EF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8EDD59E-1B5D-4786-A960-698D3B3A987B}" type="datetime1">
              <a:rPr lang="en-IN" smtClean="0"/>
              <a:t>14-04-2026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6F5C84-7D85-6B3B-4A48-36E85A4C5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A28A42-FE07-DE2E-EBAE-42B1BB1F7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010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AF3302-8D61-C056-96BB-694507EF5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72AF16-0324-4CB5-BF94-93F7E9EFF89A}" type="datetime1">
              <a:rPr lang="en-IN" smtClean="0"/>
              <a:t>14-04-2026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943D02-CCC0-D13A-998C-CB44054C0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098C0-B884-165A-2694-973A56D86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52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1A566-EA49-2977-8317-6FB23668A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57C84E-F0B9-4ADC-986F-1DB115FD93B9}" type="datetime1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BDFB9-862F-16D1-7A43-6B67A6BA9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EEF3A-C8B2-956C-D15D-86434F200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265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BCC3F-66AE-D685-917C-BCE23EBF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FE89-EA5A-4C24-95E7-6963E505006B}" type="datetime1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C573-3CAA-6017-0BFA-B1CAB9048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16E67-65BF-8531-9B7F-D0AB1116C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159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87074-245E-87F5-DFC8-F77FA4B66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7C52A0-4C51-420B-BF57-FAF0CD0E6621}" type="datetime1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67015-6888-E53F-F21D-DC01C60BB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566B7-60AE-81B8-5DE4-D6BFD289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8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34291"/>
            <a:ext cx="2628900" cy="54426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734291"/>
            <a:ext cx="7734300" cy="54426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EEC42-DA93-168A-2B53-EF25A3731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F72F860-3138-4D6D-8E16-7172FEACE899}" type="datetime1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AB2B8-EC58-8D37-46A2-4312FBD9C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0C8FE-9ACC-AEDE-88A1-C2C2CA5C8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603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8792EE-EA1B-511C-9257-0EAF452244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812800"/>
            <a:ext cx="10515600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697C5F7-0279-4B15-1CB7-D1A483C708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CFADE-5B20-75C0-424F-0F2AFB6DF4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fld id="{E0F2942C-538E-49F4-BC5F-AB443059ECD1}" type="datetime1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AFD65-0BAE-358D-C0AE-A5DD4E0191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A6229-5562-F65D-A0BA-E4ABF542A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fld id="{095B67F8-3864-425A-A4D9-E2BC08C4F04D}" type="slidenum">
              <a:rPr lang="en-IN" smtClean="0"/>
              <a:t>‹#›</a:t>
            </a:fld>
            <a:endParaRPr lang="en-IN"/>
          </a:p>
        </p:txBody>
      </p:sp>
      <p:pic>
        <p:nvPicPr>
          <p:cNvPr id="1031" name="Picture 6">
            <a:extLst>
              <a:ext uri="{FF2B5EF4-FFF2-40B4-BE49-F238E27FC236}">
                <a16:creationId xmlns:a16="http://schemas.microsoft.com/office/drawing/2014/main" id="{AF28A348-F62E-1D25-462F-F2D80714B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3" y="136525"/>
            <a:ext cx="18002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7">
            <a:extLst>
              <a:ext uri="{FF2B5EF4-FFF2-40B4-BE49-F238E27FC236}">
                <a16:creationId xmlns:a16="http://schemas.microsoft.com/office/drawing/2014/main" id="{2185E301-5D10-BC61-9226-34AFFC72B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13" t="24036" r="8813" b="24036"/>
          <a:stretch>
            <a:fillRect/>
          </a:stretch>
        </p:blipFill>
        <p:spPr bwMode="auto">
          <a:xfrm>
            <a:off x="10541000" y="44450"/>
            <a:ext cx="16256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313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anose="02020603050405020304" pitchFamily="18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anose="02020603050405020304" pitchFamily="18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anose="02020603050405020304" pitchFamily="18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Times New Roman" panose="02020603050405020304" pitchFamily="18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supervised_learning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5DB5A7F-D498-1C36-5D2B-EB9D5D943F89}"/>
              </a:ext>
            </a:extLst>
          </p:cNvPr>
          <p:cNvSpPr txBox="1">
            <a:spLocks/>
          </p:cNvSpPr>
          <p:nvPr/>
        </p:nvSpPr>
        <p:spPr bwMode="auto">
          <a:xfrm>
            <a:off x="386726" y="391232"/>
            <a:ext cx="11540971" cy="1528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defTabSz="685800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US" dirty="0">
                <a:latin typeface="Apple Braille" pitchFamily="2" charset="0"/>
              </a:rPr>
              <a:t>Title of Project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3F242B4-ABBE-5A59-6061-6EBEA0793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303" y="4355168"/>
            <a:ext cx="6119733" cy="2143592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Apple Braille" pitchFamily="2" charset="0"/>
              </a:rPr>
              <a:t>Prepared By:  </a:t>
            </a:r>
            <a:r>
              <a:rPr lang="en-US" dirty="0">
                <a:latin typeface="Apple Braille" pitchFamily="2" charset="0"/>
              </a:rPr>
              <a:t>Team members Name</a:t>
            </a:r>
          </a:p>
          <a:p>
            <a:pPr algn="l"/>
            <a:r>
              <a:rPr lang="en-US" b="1" dirty="0">
                <a:latin typeface="Apple Braille" pitchFamily="2" charset="0"/>
              </a:rPr>
              <a:t>Regd. NO: </a:t>
            </a:r>
            <a:r>
              <a:rPr lang="en-US" dirty="0">
                <a:latin typeface="Apple Braille" pitchFamily="2" charset="0"/>
              </a:rPr>
              <a:t>12212380,  </a:t>
            </a:r>
            <a:r>
              <a:rPr lang="en-US" b="1" dirty="0">
                <a:latin typeface="Apple Braille" pitchFamily="2" charset="0"/>
              </a:rPr>
              <a:t>ROLL No: </a:t>
            </a:r>
            <a:r>
              <a:rPr lang="en-US" dirty="0">
                <a:latin typeface="Apple Braille" pitchFamily="2" charset="0"/>
              </a:rPr>
              <a:t>49</a:t>
            </a:r>
          </a:p>
          <a:p>
            <a:pPr algn="l"/>
            <a:r>
              <a:rPr lang="en-US" b="1" dirty="0">
                <a:latin typeface="Apple Braille" pitchFamily="2" charset="0"/>
              </a:rPr>
              <a:t>Course Code :  </a:t>
            </a:r>
            <a:r>
              <a:rPr lang="en-IN" b="1" dirty="0">
                <a:latin typeface="Apple Braille" pitchFamily="2" charset="0"/>
              </a:rPr>
              <a:t>CSE461</a:t>
            </a:r>
            <a:endParaRPr lang="en-IN" dirty="0">
              <a:latin typeface="Apple Braille" pitchFamily="2" charset="0"/>
            </a:endParaRPr>
          </a:p>
          <a:p>
            <a:pPr algn="l"/>
            <a:r>
              <a:rPr lang="en-US" b="1" dirty="0">
                <a:latin typeface="Apple Braille" pitchFamily="2" charset="0"/>
              </a:rPr>
              <a:t>Current mobile:  </a:t>
            </a:r>
            <a:r>
              <a:rPr lang="en-US" dirty="0">
                <a:latin typeface="Apple Braille" pitchFamily="2" charset="0"/>
              </a:rPr>
              <a:t>+91</a:t>
            </a:r>
            <a:endParaRPr lang="en-IN" dirty="0">
              <a:latin typeface="Apple Braille" pitchFamily="2" charset="0"/>
            </a:endParaRPr>
          </a:p>
          <a:p>
            <a:pPr algn="l"/>
            <a:r>
              <a:rPr lang="en-US" b="1" dirty="0">
                <a:latin typeface="Apple Braille" pitchFamily="2" charset="0"/>
              </a:rPr>
              <a:t>Email: </a:t>
            </a:r>
            <a:r>
              <a:rPr lang="en-US" u="sng" dirty="0">
                <a:latin typeface="Apple Braille" pitchFamily="2" charset="0"/>
              </a:rPr>
              <a:t>krkus18@gmail.com</a:t>
            </a:r>
            <a:endParaRPr lang="en-IN" dirty="0">
              <a:latin typeface="Apple Braille" pitchFamily="2" charset="0"/>
            </a:endParaRPr>
          </a:p>
          <a:p>
            <a:pPr algn="l"/>
            <a:r>
              <a:rPr lang="en-US" b="1" dirty="0">
                <a:latin typeface="Apple Braille" pitchFamily="2" charset="0"/>
              </a:rPr>
              <a:t>Research/Project link: 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1659EFB-C276-9685-8BB3-1C304A3FF6B3}"/>
              </a:ext>
            </a:extLst>
          </p:cNvPr>
          <p:cNvSpPr txBox="1">
            <a:spLocks/>
          </p:cNvSpPr>
          <p:nvPr/>
        </p:nvSpPr>
        <p:spPr>
          <a:xfrm>
            <a:off x="7177635" y="4519828"/>
            <a:ext cx="4750062" cy="2019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700" b="1" dirty="0">
                <a:latin typeface="Apple Braille" pitchFamily="2" charset="0"/>
              </a:rPr>
              <a:t>Submitted To:  </a:t>
            </a:r>
          </a:p>
          <a:p>
            <a:pPr algn="l"/>
            <a:r>
              <a:rPr lang="en-US" sz="1700" b="1" dirty="0">
                <a:latin typeface="Apple Braille" pitchFamily="2" charset="0"/>
              </a:rPr>
              <a:t>Dept: </a:t>
            </a:r>
            <a:r>
              <a:rPr lang="en-IN" sz="1700" b="1" dirty="0">
                <a:latin typeface="Apple Braille" pitchFamily="2" charset="0"/>
              </a:rPr>
              <a:t>Computer Science and Engineering</a:t>
            </a:r>
            <a:endParaRPr lang="en-IN" sz="1700" dirty="0">
              <a:latin typeface="Apple Braille" pitchFamily="2" charset="0"/>
            </a:endParaRPr>
          </a:p>
          <a:p>
            <a:pPr algn="l"/>
            <a:r>
              <a:rPr lang="en-US" sz="1700" b="1" dirty="0">
                <a:latin typeface="Apple Braille" pitchFamily="2" charset="0"/>
              </a:rPr>
              <a:t>University:  </a:t>
            </a:r>
            <a:r>
              <a:rPr lang="en-US" sz="1700" dirty="0">
                <a:latin typeface="Apple Braille" pitchFamily="2" charset="0"/>
              </a:rPr>
              <a:t>Lovely  Professional University Jalandhar Punjab India </a:t>
            </a:r>
            <a:endParaRPr lang="en-IN" sz="1700" dirty="0">
              <a:latin typeface="Apple Braille" pitchFamily="2" charset="0"/>
            </a:endParaRPr>
          </a:p>
          <a:p>
            <a:endParaRPr lang="en-US" dirty="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82C6722F-19A2-AA11-94EF-15D9F8334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747" y="1788831"/>
            <a:ext cx="2825496" cy="2383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79B8CAE-41A1-A49E-4E48-ADDEF9E9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CC10BE2-3C26-5745-BCC0-8E079BF8AF08}" type="slidenum">
              <a:rPr lang="en-US" smtClean="0"/>
              <a:t>1</a:t>
            </a:fld>
            <a:endParaRPr lang="en-US"/>
          </a:p>
        </p:txBody>
      </p:sp>
      <p:pic>
        <p:nvPicPr>
          <p:cNvPr id="1028" name="Picture 4" descr="Upgrad | Radeontech">
            <a:extLst>
              <a:ext uri="{FF2B5EF4-FFF2-40B4-BE49-F238E27FC236}">
                <a16:creationId xmlns:a16="http://schemas.microsoft.com/office/drawing/2014/main" id="{5BAB64BA-9EF4-2ED9-A323-9D2D42066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03" y="804284"/>
            <a:ext cx="1781012" cy="1509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90B9-DD9E-B8BB-DA6B-6B4FDED16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Mentor's Thesis &amp; PPT Approval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6B09A-3877-B999-D9EF-889E1E86E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82C0E-6229-5103-6880-E70C536F2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081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3D7F3CC-8AAC-A679-CD7A-8614753FC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641" y="661108"/>
            <a:ext cx="10515600" cy="78234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/>
                </a:solidFill>
                <a:latin typeface="Apple Braille" pitchFamily="2" charset="0"/>
              </a:rPr>
              <a:t>Table Of Content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D162E08-F234-3249-D895-79831B2B1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292" y="1443449"/>
            <a:ext cx="11599416" cy="3921570"/>
          </a:xfrm>
        </p:spPr>
        <p:txBody>
          <a:bodyPr/>
          <a:lstStyle/>
          <a:p>
            <a:pPr>
              <a:buNone/>
            </a:pPr>
            <a:r>
              <a:rPr lang="en-US" sz="1800" b="1" dirty="0"/>
              <a:t>1. Introduction &amp; Project Foundation</a:t>
            </a:r>
          </a:p>
          <a:p>
            <a:pPr>
              <a:buNone/>
            </a:pPr>
            <a:r>
              <a:rPr lang="en-US" sz="1800" b="1" dirty="0"/>
              <a:t>2. Requirement Analysis &amp; System Design</a:t>
            </a:r>
          </a:p>
          <a:p>
            <a:pPr>
              <a:buNone/>
            </a:pPr>
            <a:r>
              <a:rPr lang="en-US" sz="1800" b="1" dirty="0"/>
              <a:t>3. Data Engineering &amp; Pre-processing</a:t>
            </a:r>
            <a:endParaRPr lang="en-US" sz="1800" dirty="0"/>
          </a:p>
          <a:p>
            <a:pPr>
              <a:buNone/>
            </a:pPr>
            <a:r>
              <a:rPr lang="en-US" sz="1800" b="1" dirty="0"/>
              <a:t>4. Advanced Methodology &amp; Implementation</a:t>
            </a:r>
          </a:p>
          <a:p>
            <a:pPr>
              <a:buNone/>
            </a:pPr>
            <a:r>
              <a:rPr lang="en-US" sz="1800" b="1" dirty="0"/>
              <a:t>5. Comprehensive Results &amp; Validation</a:t>
            </a:r>
          </a:p>
          <a:p>
            <a:pPr>
              <a:buNone/>
            </a:pPr>
            <a:r>
              <a:rPr lang="en-US" sz="1800" b="1" dirty="0"/>
              <a:t>6. System Integration &amp; Deployment</a:t>
            </a:r>
          </a:p>
          <a:p>
            <a:pPr>
              <a:buNone/>
            </a:pPr>
            <a:r>
              <a:rPr lang="en-US" sz="1800" b="1" dirty="0"/>
              <a:t>7. Research Output &amp; Intellectual Property</a:t>
            </a:r>
          </a:p>
          <a:p>
            <a:pPr>
              <a:buNone/>
            </a:pPr>
            <a:r>
              <a:rPr lang="en-US" sz="1800" b="1" dirty="0"/>
              <a:t>8. Discussion, Conclusion &amp; Future Scope</a:t>
            </a:r>
          </a:p>
          <a:p>
            <a:pPr>
              <a:buNone/>
            </a:pPr>
            <a:r>
              <a:rPr lang="en-US" sz="1800" b="1" dirty="0"/>
              <a:t>9. References &amp; Appendices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9A1324F-DB87-5C48-88DE-7CCA4148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865397"/>
            <a:ext cx="2743200" cy="365125"/>
          </a:xfrm>
        </p:spPr>
        <p:txBody>
          <a:bodyPr/>
          <a:lstStyle/>
          <a:p>
            <a:fld id="{1CC10BE2-3C26-5745-BCC0-8E079BF8AF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43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780F61-82B7-5757-6141-34853874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4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CF1450-F025-9052-8676-41C23BC4F28A}"/>
              </a:ext>
            </a:extLst>
          </p:cNvPr>
          <p:cNvSpPr txBox="1"/>
          <p:nvPr/>
        </p:nvSpPr>
        <p:spPr>
          <a:xfrm>
            <a:off x="223881" y="843075"/>
            <a:ext cx="1159858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>
                <a:latin typeface="+mn-lt"/>
              </a:rPr>
              <a:t>1. Introduction &amp; Project Foundation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1.1 Project Overview:</a:t>
            </a:r>
            <a:r>
              <a:rPr lang="en-US" sz="1000" dirty="0">
                <a:latin typeface="+mn-lt"/>
              </a:rPr>
              <a:t> Final title, core objectives, and the "Big Picture."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1.2 Problem Statement &amp; Motivation:</a:t>
            </a:r>
            <a:r>
              <a:rPr lang="en-US" sz="1000" dirty="0">
                <a:latin typeface="+mn-lt"/>
              </a:rPr>
              <a:t> The specific real-world gap addressed and why it matters.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1.3 Literature Synthesis &amp; Research Gap:</a:t>
            </a:r>
            <a:r>
              <a:rPr lang="en-US" sz="1000" dirty="0">
                <a:latin typeface="+mn-lt"/>
              </a:rPr>
              <a:t> Brief recap of key existing works and the unique contribution of this project.</a:t>
            </a:r>
          </a:p>
          <a:p>
            <a:pPr>
              <a:buNone/>
            </a:pPr>
            <a:r>
              <a:rPr lang="en-US" sz="1000" b="1" dirty="0">
                <a:latin typeface="+mn-lt"/>
              </a:rPr>
              <a:t>2. Requirement Analysis &amp; System Design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2.1 Functional &amp; Non-Functional Requirements:</a:t>
            </a:r>
            <a:r>
              <a:rPr lang="en-US" sz="1000" dirty="0">
                <a:latin typeface="+mn-lt"/>
              </a:rPr>
              <a:t> What the system does and its performance constraints.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2.2 Proposed System Architecture:</a:t>
            </a:r>
            <a:r>
              <a:rPr lang="en-US" sz="1000" dirty="0">
                <a:latin typeface="+mn-lt"/>
              </a:rPr>
              <a:t> High-level block diagram of the end-to-end pipeline.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2.3 Data Flow &amp; Workflow:</a:t>
            </a:r>
            <a:r>
              <a:rPr lang="en-US" sz="1000" dirty="0">
                <a:latin typeface="+mn-lt"/>
              </a:rPr>
              <a:t> DFD or Flowcharts illustrating the movement of data.</a:t>
            </a:r>
          </a:p>
          <a:p>
            <a:pPr>
              <a:buNone/>
            </a:pPr>
            <a:r>
              <a:rPr lang="en-US" sz="1000" b="1" dirty="0">
                <a:latin typeface="+mn-lt"/>
              </a:rPr>
              <a:t>3. Data Engineering &amp; Pre-processing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3.1 Data Sourcing &amp; Description:</a:t>
            </a:r>
            <a:r>
              <a:rPr lang="en-US" sz="1000" dirty="0">
                <a:latin typeface="+mn-lt"/>
              </a:rPr>
              <a:t> Dataset details (size, features, source).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3.2 Exploratory Data Analysis (EDA):</a:t>
            </a:r>
            <a:r>
              <a:rPr lang="en-US" sz="1000" dirty="0">
                <a:latin typeface="+mn-lt"/>
              </a:rPr>
              <a:t> Key statistical insights and visualizations (Correlations, Outliers).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3.3 Data Pipeline:</a:t>
            </a:r>
            <a:r>
              <a:rPr lang="en-US" sz="1000" dirty="0">
                <a:latin typeface="+mn-lt"/>
              </a:rPr>
              <a:t> Cleaning, Feature Engineering (Selection/Scaling/Encoding), and Splitting strategies.</a:t>
            </a:r>
          </a:p>
          <a:p>
            <a:pPr>
              <a:buNone/>
            </a:pPr>
            <a:r>
              <a:rPr lang="en-US" sz="1000" b="1" dirty="0">
                <a:latin typeface="+mn-lt"/>
              </a:rPr>
              <a:t>4. Advanced Methodology &amp; Implementation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4.1 Final Algorithm Selection:</a:t>
            </a:r>
            <a:r>
              <a:rPr lang="en-US" sz="1000" dirty="0">
                <a:latin typeface="+mn-lt"/>
              </a:rPr>
              <a:t> Logic behind choosing the production-ready model (e.g., Why </a:t>
            </a:r>
            <a:r>
              <a:rPr lang="en-US" sz="1000" dirty="0" err="1">
                <a:latin typeface="+mn-lt"/>
              </a:rPr>
              <a:t>XGBoost</a:t>
            </a:r>
            <a:r>
              <a:rPr lang="en-US" sz="1000" dirty="0">
                <a:latin typeface="+mn-lt"/>
              </a:rPr>
              <a:t> over Random Forest?).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4.2 Mathematical Modeling:</a:t>
            </a:r>
            <a:r>
              <a:rPr lang="en-US" sz="1000" dirty="0">
                <a:latin typeface="+mn-lt"/>
              </a:rPr>
              <a:t> The core formulas, loss functions, or logic governing the system.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4.3 Hyperparameter Optimization:</a:t>
            </a:r>
            <a:r>
              <a:rPr lang="en-US" sz="1000" dirty="0">
                <a:latin typeface="+mn-lt"/>
              </a:rPr>
              <a:t> Results from tuning (</a:t>
            </a:r>
            <a:r>
              <a:rPr lang="en-US" sz="1000" dirty="0" err="1">
                <a:latin typeface="+mn-lt"/>
              </a:rPr>
              <a:t>GridSearch</a:t>
            </a:r>
            <a:r>
              <a:rPr lang="en-US" sz="1000" dirty="0">
                <a:latin typeface="+mn-lt"/>
              </a:rPr>
              <a:t>/</a:t>
            </a:r>
            <a:r>
              <a:rPr lang="en-US" sz="1000" dirty="0" err="1">
                <a:latin typeface="+mn-lt"/>
              </a:rPr>
              <a:t>Optuna</a:t>
            </a:r>
            <a:r>
              <a:rPr lang="en-US" sz="1000" dirty="0">
                <a:latin typeface="+mn-lt"/>
              </a:rPr>
              <a:t>) to reach peak performance.</a:t>
            </a:r>
          </a:p>
          <a:p>
            <a:pPr>
              <a:buNone/>
            </a:pPr>
            <a:r>
              <a:rPr lang="en-US" sz="1000" b="1" dirty="0">
                <a:latin typeface="+mn-lt"/>
              </a:rPr>
              <a:t>5. Comprehensive Results &amp; Validation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5.1 Performance Evaluation:</a:t>
            </a:r>
            <a:r>
              <a:rPr lang="en-US" sz="1000" dirty="0">
                <a:latin typeface="+mn-lt"/>
              </a:rPr>
              <a:t> Final metrics (Accuracy, F1-Score, ROC-AUC, RMSE) with graphical representations.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5.2 Comparative Analysis:</a:t>
            </a:r>
            <a:r>
              <a:rPr lang="en-US" sz="1000" dirty="0">
                <a:latin typeface="+mn-lt"/>
              </a:rPr>
              <a:t> How the final model compares against baseline models.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5.3 Ablation Study:</a:t>
            </a:r>
            <a:r>
              <a:rPr lang="en-US" sz="1000" dirty="0">
                <a:latin typeface="+mn-lt"/>
              </a:rPr>
              <a:t> Analysis of how individual components/features contributed to the final result.</a:t>
            </a:r>
          </a:p>
          <a:p>
            <a:pPr>
              <a:buNone/>
            </a:pPr>
            <a:r>
              <a:rPr lang="en-US" sz="1000" b="1" dirty="0">
                <a:latin typeface="+mn-lt"/>
              </a:rPr>
              <a:t>6. System Integration &amp; Deployment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6.1 Final UI/UX Implementation:</a:t>
            </a:r>
            <a:r>
              <a:rPr lang="en-US" sz="1000" dirty="0">
                <a:latin typeface="+mn-lt"/>
              </a:rPr>
              <a:t> Screenshots and demo of the functional application (e.g., </a:t>
            </a:r>
            <a:r>
              <a:rPr lang="en-US" sz="1000" dirty="0" err="1">
                <a:latin typeface="+mn-lt"/>
              </a:rPr>
              <a:t>Tkinter</a:t>
            </a:r>
            <a:r>
              <a:rPr lang="en-US" sz="1000" dirty="0">
                <a:latin typeface="+mn-lt"/>
              </a:rPr>
              <a:t> GUI or Web App).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6.2 Deployment Pipeline:</a:t>
            </a:r>
            <a:r>
              <a:rPr lang="en-US" sz="1000" dirty="0">
                <a:latin typeface="+mn-lt"/>
              </a:rPr>
              <a:t> How the model is served (API, Cloud, or Local Pickle) and its real-world latency.</a:t>
            </a:r>
          </a:p>
          <a:p>
            <a:pPr>
              <a:buNone/>
            </a:pPr>
            <a:r>
              <a:rPr lang="en-US" sz="1000" b="1" dirty="0">
                <a:latin typeface="+mn-lt"/>
              </a:rPr>
              <a:t>7. Research Output &amp; Intellectual Property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7.1 Research Paper/Publication:</a:t>
            </a:r>
            <a:r>
              <a:rPr lang="en-US" sz="1000" dirty="0">
                <a:latin typeface="+mn-lt"/>
              </a:rPr>
              <a:t> Status of the manuscript and target journal/conference (IEEE/Springer/Scopus).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7.2 IP &amp; Copyright:</a:t>
            </a:r>
            <a:r>
              <a:rPr lang="en-US" sz="1000" dirty="0">
                <a:latin typeface="+mn-lt"/>
              </a:rPr>
              <a:t> Details on Patent filing or Software Copyright for unique logic/</a:t>
            </a:r>
            <a:r>
              <a:rPr lang="en-US" sz="1000">
                <a:latin typeface="+mn-lt"/>
              </a:rPr>
              <a:t>GUI.(OPTIONAL)</a:t>
            </a:r>
            <a:endParaRPr lang="en-US" sz="1000" dirty="0">
              <a:latin typeface="+mn-lt"/>
            </a:endParaRPr>
          </a:p>
          <a:p>
            <a:pPr>
              <a:buNone/>
            </a:pPr>
            <a:r>
              <a:rPr lang="en-US" sz="1000" b="1" dirty="0">
                <a:latin typeface="+mn-lt"/>
              </a:rPr>
              <a:t>8. Discussion, Conclusion &amp; Future Scope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8.1 Technical Challenges &amp; Mitigations:</a:t>
            </a:r>
            <a:r>
              <a:rPr lang="en-US" sz="1000" dirty="0">
                <a:latin typeface="+mn-lt"/>
              </a:rPr>
              <a:t> Reflections on hurdles overcome during the semester.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8.2 Limitations &amp; Constraints:</a:t>
            </a:r>
            <a:r>
              <a:rPr lang="en-US" sz="1000" dirty="0">
                <a:latin typeface="+mn-lt"/>
              </a:rPr>
              <a:t> Honest assessment of the system’s boundaries.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8.3 Conclusion &amp; Future Directions:</a:t>
            </a:r>
            <a:r>
              <a:rPr lang="en-US" sz="1000" dirty="0">
                <a:latin typeface="+mn-lt"/>
              </a:rPr>
              <a:t> Impact on the target domain and potential for multi-modal or large-scale expansion.</a:t>
            </a:r>
          </a:p>
          <a:p>
            <a:pPr>
              <a:buNone/>
            </a:pPr>
            <a:r>
              <a:rPr lang="en-US" sz="1000" b="1" dirty="0">
                <a:latin typeface="+mn-lt"/>
              </a:rPr>
              <a:t>9. References &amp; Appendices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9.1 Bibliography:</a:t>
            </a:r>
            <a:r>
              <a:rPr lang="en-US" sz="1000" dirty="0">
                <a:latin typeface="+mn-lt"/>
              </a:rPr>
              <a:t> Standard APA/IEEE citations.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000" b="1" dirty="0">
                <a:latin typeface="+mn-lt"/>
              </a:rPr>
              <a:t>9.2 Plagiarism/Similarity Report:</a:t>
            </a:r>
            <a:r>
              <a:rPr lang="en-US" sz="1000" dirty="0">
                <a:latin typeface="+mn-lt"/>
              </a:rPr>
              <a:t> Evidence of original work.</a:t>
            </a:r>
          </a:p>
        </p:txBody>
      </p:sp>
    </p:spTree>
    <p:extLst>
      <p:ext uri="{BB962C8B-B14F-4D97-AF65-F5344CB8AC3E}">
        <p14:creationId xmlns:p14="http://schemas.microsoft.com/office/powerpoint/2010/main" val="1197552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DF9A-AE66-8F01-7756-E0483332C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3867"/>
            <a:ext cx="10515600" cy="1021757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Introduction (Font Size need to follow)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7BB99FD-62B3-6C72-172F-A2BB333380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To build computational skills through hands-on and practice-based learning with measurable outcomes.</a:t>
            </a:r>
          </a:p>
          <a:p>
            <a:r>
              <a:rPr lang="en-US" dirty="0"/>
              <a:t>To establish a strong connect with industry for in-demand technology driven curriculum.</a:t>
            </a:r>
          </a:p>
          <a:p>
            <a:r>
              <a:rPr lang="en-US" dirty="0"/>
              <a:t>To build the infrastructure for meaningful research around societal problems.</a:t>
            </a:r>
          </a:p>
          <a:p>
            <a:r>
              <a:rPr lang="en-US" dirty="0"/>
              <a:t>To nurture future leaders through research-infused education and lifelong learning.</a:t>
            </a:r>
          </a:p>
          <a:p>
            <a:r>
              <a:rPr lang="en-US" dirty="0"/>
              <a:t>To create smart and ethical professionals and entrepreneurs who are recognized globally.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B45AD2-5653-F028-F37A-9055B02FE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787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8009E-C610-D2AC-4B1E-A7BC82539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0AEED-76BD-3C95-377E-7D67BC32B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D79FD-A19D-5B9B-34F0-EB85B401A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985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F16CC-9DDD-8A04-DBCE-BD80D56A2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8BEBD-C57D-4BA7-A607-C7CEF4D7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32808-5F15-9E3C-AD2B-5638227AF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52552-6BD0-17C8-E8E3-4D0E9DDA9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45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27DDD-AB3A-8AF7-8FDB-F52B60FF3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 and Research Gap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8BBE4-65C4-752F-4535-84D0AE6A1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8</a:t>
            </a:fld>
            <a:endParaRPr lang="en-IN"/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D816F74F-6263-8259-32C6-E49B1DB6B9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65256"/>
            <a:ext cx="10515600" cy="347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389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1F9F3-805E-8DEF-8C3A-B310AE8E5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Don’t copy paste </a:t>
            </a:r>
            <a:r>
              <a:rPr lang="en-US" sz="3600" dirty="0"/>
              <a:t>DFD or Flowcharts</a:t>
            </a:r>
            <a:r>
              <a:rPr lang="en-IN" dirty="0"/>
              <a:t>, create your own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7EB8B-0311-3F02-D825-0CD12B36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9</a:t>
            </a:fld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A6B9AC-4AA7-4AA8-F70D-E5DFBBACE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535AF313-F933-41B8-E3AE-CFCD411AC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79065" y="1882750"/>
            <a:ext cx="7033870" cy="423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5169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16C8E-3C8F-A24C-3990-429F30E43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proposed system architecture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9554D-822C-13AA-CF62-2F99581BE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10</a:t>
            </a:fld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37F659-526E-DA97-D688-83F0FB5FF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5712D8E5-592D-0674-0AD1-5BE4236476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32496" y="1825625"/>
            <a:ext cx="6527007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1857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C4AD2-C005-B8ED-3923-E94FC1D3A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55CE0-3CFA-5692-73FD-94E036179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11</a:t>
            </a:fld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3765D5-44C9-A82F-BDCA-FD9858C68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88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AE587-6A70-CA44-9BEC-4D8308BE9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2B736-8730-BD1C-12C9-0E8250CED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EF88C-CB50-AD77-B5A4-A2138637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359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30DD0-0889-0404-EA0C-773190382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Screenshots and demo of the functional application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B72F6-F8D6-93C1-9C35-44D919D98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Screenshots and demo of the functional application</a:t>
            </a:r>
            <a:endParaRPr lang="en-US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65DEA-9737-DEF8-09D6-56552876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623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33748-07F5-799C-40D5-751329B76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47B7E-A6E4-5096-A2BD-B1F08334C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Timeline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E6514-1E47-853E-233C-87291E55A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14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CFAC2C-6F36-E777-3B26-F21A47D01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3434B-9337-8E22-B5B3-BE5C91027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252E2-7447-0514-3B93-E56BEC9E0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References(APA)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A9CDA-AB7F-4EAE-90E7-B203AFFF4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/>
              <a:t>A. Research Papers (Journals/Conferences)</a:t>
            </a:r>
          </a:p>
          <a:p>
            <a:pPr lvl="1"/>
            <a:r>
              <a:rPr lang="en-US" sz="1800" b="1" dirty="0"/>
              <a:t>Format:</a:t>
            </a:r>
            <a:r>
              <a:rPr lang="en-US" sz="1800" dirty="0"/>
              <a:t> [Ref No.] Author(s), "Title of Paper," </a:t>
            </a:r>
            <a:r>
              <a:rPr lang="en-US" sz="1800" i="1" dirty="0"/>
              <a:t>Title of Journal/Conference</a:t>
            </a:r>
            <a:r>
              <a:rPr lang="en-US" sz="1800" dirty="0"/>
              <a:t>, Vol., No., pp. Page numbers, Month, Year.</a:t>
            </a:r>
          </a:p>
          <a:p>
            <a:pPr lvl="1"/>
            <a:r>
              <a:rPr lang="en-US" sz="1800" b="1" dirty="0"/>
              <a:t>Example:</a:t>
            </a:r>
            <a:r>
              <a:rPr lang="en-US" sz="1800" dirty="0"/>
              <a:t> [1] A. Sharma and R. Goel, "A Comparative Analysis of Machine Learning Algorithms for Predictive Analytics," </a:t>
            </a:r>
            <a:r>
              <a:rPr lang="en-US" sz="1800" i="1" dirty="0"/>
              <a:t>International Journal of Computer Applications</a:t>
            </a:r>
            <a:r>
              <a:rPr lang="en-US" sz="1800" dirty="0"/>
              <a:t>, Vol. 178, No. 12, pp. 22-29, Oct. 2025.</a:t>
            </a:r>
          </a:p>
          <a:p>
            <a:r>
              <a:rPr lang="en-US" sz="1800" b="1" dirty="0"/>
              <a:t>B. Books</a:t>
            </a:r>
          </a:p>
          <a:p>
            <a:pPr lvl="1"/>
            <a:r>
              <a:rPr lang="en-US" sz="1800" b="1" dirty="0"/>
              <a:t>Format:</a:t>
            </a:r>
            <a:r>
              <a:rPr lang="en-US" sz="1800" dirty="0"/>
              <a:t> [Ref No.] Author(s), </a:t>
            </a:r>
            <a:r>
              <a:rPr lang="en-US" sz="1800" i="1" dirty="0"/>
              <a:t>Title of the Book</a:t>
            </a:r>
            <a:r>
              <a:rPr lang="en-US" sz="1800" dirty="0"/>
              <a:t>, Edition (if any). City, State/Country: Publisher, Year.</a:t>
            </a:r>
          </a:p>
          <a:p>
            <a:pPr lvl="1"/>
            <a:r>
              <a:rPr lang="en-US" sz="1800" b="1" dirty="0"/>
              <a:t>Example:</a:t>
            </a:r>
            <a:r>
              <a:rPr lang="en-US" sz="1800" dirty="0"/>
              <a:t> [2] T. </a:t>
            </a:r>
            <a:r>
              <a:rPr lang="en-US" sz="1800" dirty="0" err="1"/>
              <a:t>Cormen</a:t>
            </a:r>
            <a:r>
              <a:rPr lang="en-US" sz="1800" dirty="0"/>
              <a:t>, C. </a:t>
            </a:r>
            <a:r>
              <a:rPr lang="en-US" sz="1800" dirty="0" err="1"/>
              <a:t>Leiserson</a:t>
            </a:r>
            <a:r>
              <a:rPr lang="en-US" sz="1800" dirty="0"/>
              <a:t>, and R. Rivest, </a:t>
            </a:r>
            <a:r>
              <a:rPr lang="en-US" sz="1800" i="1" dirty="0"/>
              <a:t>Introduction to Algorithms</a:t>
            </a:r>
            <a:r>
              <a:rPr lang="en-US" sz="1800" dirty="0"/>
              <a:t>, 3rd ed. Cambridge, MA, USA: MIT Press, 2009.</a:t>
            </a:r>
          </a:p>
          <a:p>
            <a:r>
              <a:rPr lang="en-US" sz="1800" b="1" dirty="0"/>
              <a:t>C. Websites / Online Documentation</a:t>
            </a:r>
          </a:p>
          <a:p>
            <a:pPr lvl="1"/>
            <a:r>
              <a:rPr lang="en-US" sz="1800" b="1" dirty="0"/>
              <a:t>Format:</a:t>
            </a:r>
            <a:r>
              <a:rPr lang="en-US" sz="1800" dirty="0"/>
              <a:t> [Ref No.] Author/Organization, "Title of Page," Year. [Online]. Available: URL. [Accessed: Date].</a:t>
            </a:r>
          </a:p>
          <a:p>
            <a:pPr lvl="1"/>
            <a:r>
              <a:rPr lang="en-US" sz="1800" b="1" dirty="0"/>
              <a:t>Example:</a:t>
            </a:r>
            <a:r>
              <a:rPr lang="en-US" sz="1800" dirty="0"/>
              <a:t> [3] Scikit-Learn Developers, "Supervised Learning - Comparison of Algorithms," 2024. [Online]. Available: </a:t>
            </a:r>
            <a:r>
              <a:rPr lang="en-US" sz="1800" dirty="0">
                <a:hlinkClick r:id="rId2"/>
              </a:rPr>
              <a:t>https://scikit-learn.org/stable/supervised_learning.html</a:t>
            </a:r>
            <a:r>
              <a:rPr lang="en-US" sz="1800" dirty="0"/>
              <a:t>. [Accessed: Jan. 15, 2026].</a:t>
            </a:r>
          </a:p>
          <a:p>
            <a:endParaRPr lang="en-US" sz="1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5B691-F936-5C3D-2A9E-A6E2F9BD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084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096BB-0D28-B03E-18EC-236ECAE72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paper 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81006-9D94-B4C6-47C9-00BDCCC36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6C239-42C4-54BA-C8BC-A67BA3F3F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606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9E3BB-FB75-D633-E4A3-A95463ABC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plagrism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92B62-AF3A-195C-6638-74A1369D6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A3AD6-AC3C-F697-D7DB-A9E71896E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768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D883-E5DA-9207-529D-46F43E092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Evidence of original work(ppt </a:t>
            </a:r>
            <a:r>
              <a:rPr lang="en-US" dirty="0" err="1"/>
              <a:t>plag</a:t>
            </a:r>
            <a:r>
              <a:rPr lang="en-US" dirty="0"/>
              <a:t> report &lt;10%)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B7472-DE51-5928-E268-C8644D897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7E61E-1954-7FBF-655D-D8DE55BAF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849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59CCE-D538-5868-3D45-87540E58F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research work done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9B339-7B98-7043-311D-5F2880493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01. “BOOK CHAPTER TITLE” , where “BOOK NAME” and the publisher's “NAME”. </a:t>
            </a:r>
          </a:p>
          <a:p>
            <a:r>
              <a:rPr lang="en-US" dirty="0"/>
              <a:t>02. “CONFERENCE PAPER”, Where “Conference NAME” and “Other Details. ”</a:t>
            </a:r>
          </a:p>
          <a:p>
            <a:r>
              <a:rPr lang="en-US" dirty="0"/>
              <a:t>03. ……..</a:t>
            </a:r>
          </a:p>
          <a:p>
            <a:r>
              <a:rPr lang="en-US" dirty="0"/>
              <a:t>04. ………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FD333-F05D-EADE-DC1D-BDBA1365C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B67F8-3864-425A-A4D9-E2BC08C4F04D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17693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404_LEC0  -  Compatibility Mode" id="{3BDF6A17-ACBD-4545-BE13-AE1053292383}" vid="{F9445E81-6C4F-4E11-A32D-3F55FC671F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INT404_LEC0 TEMPLATE</Template>
  <TotalTime>10922</TotalTime>
  <Words>1020</Words>
  <Application>Microsoft Office PowerPoint</Application>
  <PresentationFormat>Widescreen</PresentationFormat>
  <Paragraphs>104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Apple Braille</vt:lpstr>
      <vt:lpstr>Arial</vt:lpstr>
      <vt:lpstr>Calibri</vt:lpstr>
      <vt:lpstr>Calibri Light</vt:lpstr>
      <vt:lpstr>Times New Roman</vt:lpstr>
      <vt:lpstr>Theme1</vt:lpstr>
      <vt:lpstr>PowerPoint Presentation</vt:lpstr>
      <vt:lpstr>Mentor's Thesis &amp; PPT Approval</vt:lpstr>
      <vt:lpstr>Table Of Content </vt:lpstr>
      <vt:lpstr>PowerPoint Presentation</vt:lpstr>
      <vt:lpstr> Introduction (Font Size need to follow)  </vt:lpstr>
      <vt:lpstr>PowerPoint Presentation</vt:lpstr>
      <vt:lpstr>PowerPoint Presentation</vt:lpstr>
      <vt:lpstr>Literature review and Research Gap</vt:lpstr>
      <vt:lpstr>Don’t copy paste DFD or Flowcharts, create your own</vt:lpstr>
      <vt:lpstr>Final proposed system architecture </vt:lpstr>
      <vt:lpstr>PowerPoint Presentation</vt:lpstr>
      <vt:lpstr>PowerPoint Presentation</vt:lpstr>
      <vt:lpstr>Screenshots and demo of the functional application</vt:lpstr>
      <vt:lpstr>Project Timeline</vt:lpstr>
      <vt:lpstr>References(APA)</vt:lpstr>
      <vt:lpstr>Research paper status</vt:lpstr>
      <vt:lpstr>Research plagrism report</vt:lpstr>
      <vt:lpstr>Evidence of original work(ppt plag report &lt;10%)</vt:lpstr>
      <vt:lpstr>Additional research work 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 Revolution: Be the Change</dc:title>
  <dc:creator>Aashish</dc:creator>
  <cp:lastModifiedBy>Kaushal Pathak</cp:lastModifiedBy>
  <cp:revision>97</cp:revision>
  <dcterms:created xsi:type="dcterms:W3CDTF">2025-01-04T06:25:56Z</dcterms:created>
  <dcterms:modified xsi:type="dcterms:W3CDTF">2026-04-14T04:19:36Z</dcterms:modified>
</cp:coreProperties>
</file>